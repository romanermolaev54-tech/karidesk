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E91E8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A855F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" y="0"/>
            <a:ext cx="4572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64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KariDesk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1E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ШПАРГАЛКА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Что делать, если…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16052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88720"/>
            <a:ext cx="45720" cy="107899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" y="1453896"/>
            <a:ext cx="548640" cy="548640"/>
          </a:xfrm>
          <a:prstGeom prst="ellipse">
            <a:avLst/>
          </a:prstGeom>
          <a:solidFill>
            <a:srgbClr val="13131F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53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07008" y="1335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Не приходят уведомления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iPhone: установите через Safari → «Поделиться» → «На экран Домой». Затем Профиль → «Включить push-уведомления».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16052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45720" cy="10789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8032" y="1453896"/>
            <a:ext cx="548640" cy="548640"/>
          </a:xfrm>
          <a:prstGeom prst="ellipse">
            <a:avLst/>
          </a:prstGeom>
          <a:solidFill>
            <a:srgbClr val="13131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453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04688" y="1335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Зависло, не открывается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04688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Профиль → «Обновить кеш и перезайти». Или открыть 24karidesk.ru/reset — данные сохраняются.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416052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377440"/>
            <a:ext cx="45720" cy="107899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" y="2642616"/>
            <a:ext cx="548640" cy="548640"/>
          </a:xfrm>
          <a:prstGeom prst="ellipse">
            <a:avLst/>
          </a:prstGeom>
          <a:solidFill>
            <a:srgbClr val="13131F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642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07008" y="2523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Неверный логин/пароль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07008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Телефон: +7XXXXXXXXXX. Забыли пароль — напишите в общий чат, сбросим за минуту.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416052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377440"/>
            <a:ext cx="45720" cy="10789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Shape 27"/>
          <p:cNvSpPr/>
          <p:nvPr/>
        </p:nvSpPr>
        <p:spPr>
          <a:xfrm>
            <a:off x="4828032" y="2642616"/>
            <a:ext cx="548640" cy="548640"/>
          </a:xfrm>
          <a:prstGeom prst="ellipse">
            <a:avLst/>
          </a:prstGeom>
          <a:solidFill>
            <a:srgbClr val="1313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642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🏪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04688" y="2523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Не вижу магазин в списке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04688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Введите номер, название или город — фильтр найдёт. Список ограничен 10 совпадениями.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416052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566160"/>
            <a:ext cx="45720" cy="10789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30352" y="3831336"/>
            <a:ext cx="548640" cy="548640"/>
          </a:xfrm>
          <a:prstGeom prst="ellipse">
            <a:avLst/>
          </a:prstGeom>
          <a:solidFill>
            <a:srgbClr val="13131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👤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207008" y="3712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«Привет, Пользователь»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07008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Профиль не успел подгрузиться. Профиль → «Выйти» → войти заново.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566160"/>
            <a:ext cx="416052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566160"/>
            <a:ext cx="45720" cy="10789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831336"/>
            <a:ext cx="548640" cy="548640"/>
          </a:xfrm>
          <a:prstGeom prst="ellipse">
            <a:avLst/>
          </a:prstGeom>
          <a:solidFill>
            <a:srgbClr val="1313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504688" y="3712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VPN — нужен или нет?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04688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C4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Работает и с VPN, и без VPN. Если в одном режиме не работает — переключите.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4754880"/>
            <a:ext cx="8412480" cy="27432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7C9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Если ничего не помогло — пишите в общий чат, поможем за минуты.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KariDesk — Что делать, если...</dc:title>
  <dc:subject>PptxGenJS Presentation</dc:subject>
  <dc:creator>KariDesk</dc:creator>
  <cp:lastModifiedBy>KariDesk</cp:lastModifiedBy>
  <cp:revision>1</cp:revision>
  <dcterms:created xsi:type="dcterms:W3CDTF">2026-04-27T09:55:27Z</dcterms:created>
  <dcterms:modified xsi:type="dcterms:W3CDTF">2026-04-27T09:55:27Z</dcterms:modified>
</cp:coreProperties>
</file>