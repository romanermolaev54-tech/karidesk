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5486400" cy="5486400"/>
          </a:xfrm>
          <a:prstGeom prst="ellipse">
            <a:avLst/>
          </a:prstGeom>
          <a:solidFill>
            <a:srgbClr val="E91E8C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1828800"/>
            <a:ext cx="4572000" cy="4572000"/>
          </a:xfrm>
          <a:prstGeom prst="ellipse">
            <a:avLst/>
          </a:prstGeom>
          <a:solidFill>
            <a:srgbClr val="A855F7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" y="0"/>
            <a:ext cx="73152" cy="51435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KariDesk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Платформа подачи заявок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229100"/>
            <a:ext cx="365760" cy="36576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3662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Краткое руководство для сотрудников магазинов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" y="0"/>
            <a:ext cx="45720" cy="51435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KariDesk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91E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 — КОНТЕКСТ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Зачем переходим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388620" y="2103120"/>
            <a:ext cx="2606040" cy="24688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88620" y="2103120"/>
            <a:ext cx="54864" cy="246888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" y="23774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Telegram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нестабилен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2940" y="288036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Бот глючит, заявки теряются и отвечают с задержкой. Уходим на собственное решение.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8980" y="2103120"/>
            <a:ext cx="2606040" cy="24688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68980" y="2103120"/>
            <a:ext cx="54864" cy="246888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3" name="Text 11"/>
          <p:cNvSpPr/>
          <p:nvPr/>
        </p:nvSpPr>
        <p:spPr>
          <a:xfrm>
            <a:off x="3543300" y="23774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Заявки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быстрее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43300" y="288036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Меньше шагов, мгновенные уведомления, всё структурировано — админ видит сразу.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49340" y="2103120"/>
            <a:ext cx="2606040" cy="24688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49340" y="2103120"/>
            <a:ext cx="54864" cy="246888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7" name="Text 15"/>
          <p:cNvSpPr/>
          <p:nvPr/>
        </p:nvSpPr>
        <p:spPr>
          <a:xfrm>
            <a:off x="6423660" y="23774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Чат прямо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в заявке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23660" y="288036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Никаких лишних мессенджеров — общайтесь с исполнителем по делу, в одном месте.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0" y="47320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" y="0"/>
            <a:ext cx="45720" cy="51435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KariDesk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91E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 — ЗАПУСК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Открой сайт в браузере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1371600" y="1874520"/>
            <a:ext cx="6400800" cy="1371600"/>
          </a:xfrm>
          <a:prstGeom prst="rect">
            <a:avLst/>
          </a:prstGeom>
          <a:solidFill>
            <a:srgbClr val="1A1A2E"/>
          </a:solidFill>
          <a:ln w="25400">
            <a:solidFill>
              <a:srgbClr val="E91E8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71600" y="19202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24karidesk.ru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371600" y="2834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Работает с VPN и без VPN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3657600"/>
            <a:ext cx="260604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371600" y="3657600"/>
            <a:ext cx="54864" cy="9144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2" name="Text 10"/>
          <p:cNvSpPr/>
          <p:nvPr/>
        </p:nvSpPr>
        <p:spPr>
          <a:xfrm>
            <a:off x="1645920" y="39319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iPhone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4434840"/>
            <a:ext cx="2057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Откройте через Safari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66360" y="3657600"/>
            <a:ext cx="260604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66360" y="3657600"/>
            <a:ext cx="54864" cy="9144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5440680" y="39319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Android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40680" y="4434840"/>
            <a:ext cx="2057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Откройте через Chrome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47320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" y="0"/>
            <a:ext cx="45720" cy="51435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KariDesk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91E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 — УСТАНОВКА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Установи как приложение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3840480" cy="219456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74520"/>
            <a:ext cx="54864" cy="219456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iPhone — Safari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6517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Откройте сайт → нажмите «Поделиться» (квадрат со стрелкой ⬆) → выберите «На экран Домой» → «Добавить»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874520"/>
            <a:ext cx="3840480" cy="219456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874520"/>
            <a:ext cx="54864" cy="219456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Android — Chrome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26517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Chrome сам предложит «Установить приложение». Если нет — меню «⋮» → «Добавить на главный экран».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8046720" cy="411480"/>
          </a:xfrm>
          <a:prstGeom prst="rect">
            <a:avLst/>
          </a:prstGeom>
          <a:solidFill>
            <a:srgbClr val="13131F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976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Откроется как обычное приложение — без браузерной адресной строки.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46720" y="47320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" y="0"/>
            <a:ext cx="45720" cy="51435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KariDesk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91E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 — АККАУНТ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Регистрация — 30 секунд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76072" y="1783080"/>
            <a:ext cx="1874520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2011680"/>
            <a:ext cx="502920" cy="50292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4672" y="2651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ФИО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30632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Полное имя.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15184" y="1783080"/>
            <a:ext cx="1874520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843784" y="2011680"/>
            <a:ext cx="502920" cy="50292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4" name="Text 12"/>
          <p:cNvSpPr/>
          <p:nvPr/>
        </p:nvSpPr>
        <p:spPr>
          <a:xfrm>
            <a:off x="284378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843784" y="2651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Телефон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43784" y="30632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Для связи по заявке.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54296" y="1783080"/>
            <a:ext cx="1874520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82896" y="2011680"/>
            <a:ext cx="502920" cy="50292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9" name="Text 17"/>
          <p:cNvSpPr/>
          <p:nvPr/>
        </p:nvSpPr>
        <p:spPr>
          <a:xfrm>
            <a:off x="4882896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882896" y="2651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Магазин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82896" y="30632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Выберите свой из списка.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93408" y="1783080"/>
            <a:ext cx="1874520" cy="18288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22008" y="2011680"/>
            <a:ext cx="502920" cy="50292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24" name="Text 22"/>
          <p:cNvSpPr/>
          <p:nvPr/>
        </p:nvSpPr>
        <p:spPr>
          <a:xfrm>
            <a:off x="6922008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922008" y="2651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Пароль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22008" y="30632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Минимум 6 символов.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069080"/>
            <a:ext cx="804672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069080"/>
            <a:ext cx="54864" cy="6400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069080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Регистрация открыта только 2 дня. Дальше доступ — только через директора подразделения.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47320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" y="0"/>
            <a:ext cx="45720" cy="51435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KariDesk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91E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 — ЭТО КРИТИЧНО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Включи уведомления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493776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075688"/>
            <a:ext cx="420624" cy="42062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075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5880" y="18288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Откройте «Настройки» в приложении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493776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172968"/>
            <a:ext cx="420624" cy="420624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2926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Карточка «Push-уведомления» → «Включить» → «Разрешить»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60720" y="1828800"/>
            <a:ext cx="2834640" cy="2011680"/>
          </a:xfrm>
          <a:prstGeom prst="rect">
            <a:avLst/>
          </a:prstGeom>
          <a:solidFill>
            <a:srgbClr val="1A1A2E"/>
          </a:solidFill>
          <a:ln w="19050">
            <a:solidFill>
              <a:srgbClr val="E91E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87452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1E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Без уведомлений вы не увидите, когда исполнитель задаст вопрос или придёт ответ.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46720" y="47320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" y="0"/>
            <a:ext cx="45720" cy="51435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KariDesk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91E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 — ПОДАЧА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Создание заявки — 4 шага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93192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Магазин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063240"/>
            <a:ext cx="34747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Выберите из списка.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783080"/>
            <a:ext cx="393192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92040" y="2011680"/>
            <a:ext cx="502920" cy="50292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9204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Категория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92040" y="3063240"/>
            <a:ext cx="34747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Электрика, сантехника, кондиционеры…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337560"/>
            <a:ext cx="393192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566160"/>
            <a:ext cx="502920" cy="50292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772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Описание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617720"/>
            <a:ext cx="34747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Что случилось + контактный телефон.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3337560"/>
            <a:ext cx="3931920" cy="137160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3566160"/>
            <a:ext cx="502920" cy="50292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920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Фото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92040" y="4617720"/>
            <a:ext cx="34747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Прикрепите фото и отправьте.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46634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4D399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Заявка сразу попадает к админу.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46720" y="47320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" y="0"/>
            <a:ext cx="45720" cy="51435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KariDesk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91E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 — СРОЧНЫЙ ПРИОРИТЕТ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Если очень срочно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1097280" y="1920240"/>
            <a:ext cx="6949440" cy="2468880"/>
          </a:xfrm>
          <a:prstGeom prst="rect">
            <a:avLst/>
          </a:prstGeom>
          <a:solidFill>
            <a:srgbClr val="1A1A2E"/>
          </a:solidFill>
          <a:ln w="25400">
            <a:solidFill>
              <a:srgbClr val="F87171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920240"/>
            <a:ext cx="73152" cy="246888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8717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🔥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743200" y="21945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Срочный приоритет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743200" y="27432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Поставьте приоритет «Срочный» — заявка попадёт админу мгновенно, минуя любые согласования.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7320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" y="0"/>
            <a:ext cx="45720" cy="51435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KariDesk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91E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 — ЧАТ И КОНТРОЛЬ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Следи за заявкой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8046720" cy="8686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9888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9888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18928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Чат с исполнителем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2240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Никаких лишних мессенджеров — все вопросы внутри заявки.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16352"/>
            <a:ext cx="8046720" cy="8686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022092"/>
            <a:ext cx="457200" cy="45720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022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📷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926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Фото в сообщения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327355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Прикрепите фото проблемы прямо в чате.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849624"/>
            <a:ext cx="8046720" cy="868680"/>
          </a:xfrm>
          <a:prstGeom prst="rect">
            <a:avLst/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055364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055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⚡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395935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Кнопка «Поторопить»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63040" y="430682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Если задерживаются — отправьте сигнал админу с обязательной причиной.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046720" y="47320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286000"/>
            <a:ext cx="4572000" cy="4572000"/>
          </a:xfrm>
          <a:prstGeom prst="ellipse">
            <a:avLst/>
          </a:prstGeom>
          <a:solidFill>
            <a:srgbClr val="A855F7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E91E8C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" y="0"/>
            <a:ext cx="73152" cy="51435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716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Поехали!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91E8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24karidesk.ru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4C4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Откройте и зарегистрируйтесь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5034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7C9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По вопросам — в наш общий чат или директору подразделения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KariDesk — Платформа подачи заявок</dc:title>
  <dc:subject>PptxGenJS Presentation</dc:subject>
  <dc:creator>KariDesk</dc:creator>
  <cp:lastModifiedBy>KariDesk</cp:lastModifiedBy>
  <cp:revision>1</cp:revision>
  <dcterms:created xsi:type="dcterms:W3CDTF">2026-04-27T08:37:04Z</dcterms:created>
  <dcterms:modified xsi:type="dcterms:W3CDTF">2026-04-27T08:37:04Z</dcterms:modified>
</cp:coreProperties>
</file>