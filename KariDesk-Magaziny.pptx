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E91E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" y="0"/>
            <a:ext cx="7315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Платформа подачи заявок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229100"/>
            <a:ext cx="365760" cy="36576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662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Краткое руководство для сотрудников магазинов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— КОНТЕКСТ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Зачем переходим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88620" y="210312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8620" y="2103120"/>
            <a:ext cx="54864" cy="24688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Telegram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нестабилен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Бот глючит, заявки теряются и отвечают с задержкой. Уходим на собственное решение.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210312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2103120"/>
            <a:ext cx="54864" cy="2468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Заявки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быстрее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3300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Меньше шагов, мгновенные уведомления, всё структурировано — админ видит сразу.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9340" y="210312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9340" y="2103120"/>
            <a:ext cx="54864" cy="24688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2366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Чат прямо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 заявке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3660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Никаких лишних мессенджеров — общайтесь с исполнителем по делу, в одном месте.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— ЗАПУСК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 сайт в браузере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6400800" cy="1371600"/>
          </a:xfrm>
          <a:prstGeom prst="rect">
            <a:avLst/>
          </a:prstGeom>
          <a:solidFill>
            <a:srgbClr val="1A1A2E"/>
          </a:solidFill>
          <a:ln w="25400">
            <a:solidFill>
              <a:srgbClr val="E91E8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24karidesk.ru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Работает с VPN и без VPN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26060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657600"/>
            <a:ext cx="54864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931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434840"/>
            <a:ext cx="2057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через Safari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3657600"/>
            <a:ext cx="26060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3657600"/>
            <a:ext cx="54864" cy="9144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931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4434840"/>
            <a:ext cx="2057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через Chrome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— УСТАНОВКА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Установи как приложение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54864" cy="21945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 — Safari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сайт → нажмите «Поделиться» (квадрат со стрелкой ⬆) → выберите «На экран Домой» → «Добавить»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84048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74520"/>
            <a:ext cx="54864" cy="21945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 — Chrome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Chrome сам предложит «Установить приложение». Если нет — меню «⋮» → «Добавить на главный экран».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13131F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Откроется как обычное приложение — без браузерной адресной строки.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— АККАУНТ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Регистрация — 30 секунд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76072" y="1783080"/>
            <a:ext cx="1874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ФИО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Полное имя.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15184" y="1783080"/>
            <a:ext cx="1874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43784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28437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43784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Телефон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43784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Для связи по заявке.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1783080"/>
            <a:ext cx="1874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82896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82896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Магазин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2896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Выберите свой из списка.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93408" y="1783080"/>
            <a:ext cx="1874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22008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22008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Пароль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22008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Минимум 6 символов.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06908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Регистрация открыта только 2 дня. Дальше доступ — только через директора подразделения.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— ЭТО КРИТИЧНО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Включи уведомления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9377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75688"/>
            <a:ext cx="420624" cy="42062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«Настройки» в приложении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9377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72968"/>
            <a:ext cx="420624" cy="42062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Карточка «Push-уведомления» → «Включить» → «Разрешить»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283464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874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Без уведомлений вы не увидите, когда исполнитель задаст вопрос или придёт ответ.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— ПОДАЧА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Создание заявки — 4 шага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93192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Магазин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Выберите из списка.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93192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01168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Категория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06324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Электрика, сантехника, кондиционеры…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393192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Описание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Что случилось + контактный телефон.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393192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56616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20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Фото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461772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Прикрепите фото и отправьте.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Заявка сразу попадает к админу.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— СРОЧНЫЙ ПРИОРИТЕТ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Если очень срочно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6949440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920240"/>
            <a:ext cx="73152" cy="2468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8717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🔥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Срочный приоритет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2743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Поставьте приоритет «Срочный» — заявка попадёт админу мгновенно, минуя любые согласования.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— ЧАТ И КОНТРОЛЬ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Следи за заявкой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888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928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Чат с исполнителем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40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Никаких лишних мессенджеров — все вопросы внутри заявки.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80467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2209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22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Фото в сообщения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2735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Прикрепите фото проблемы прямо в чате.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49624"/>
            <a:ext cx="80467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55364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553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9593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Кнопка «Поторопить»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06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Если задерживаются — отправьте сигнал админу с обязательной причиной.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— ЕСЛИ ЧТО-ТО ЗАВИСЛО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Обновления и сброс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54864" cy="2377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Обновления — сами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Когда мы выпускаем обновление — приложение само подхватит его при следующем открытии. Удалять иконку и ставить заново НЕ нужно.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2336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54864" cy="237744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Если зависло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606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«Настройки» в приложении → нажмите «Обновить кеш и перезайти». Аккаунт и данные не теряются.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Резервный вариант: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24karidesk.ru/reset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732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E91E8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" y="0"/>
            <a:ext cx="7315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Поехали!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24karidesk.ru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Откройте и зарегистрируйтесь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5034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По вопросам — в наш общий чат или директору подразделения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KariDesk — Платформа подачи заявок</dc:title>
  <dc:subject>PptxGenJS Presentation</dc:subject>
  <dc:creator>KariDesk</dc:creator>
  <cp:lastModifiedBy>KariDesk</cp:lastModifiedBy>
  <cp:revision>1</cp:revision>
  <dcterms:created xsi:type="dcterms:W3CDTF">2026-04-27T08:56:12Z</dcterms:created>
  <dcterms:modified xsi:type="dcterms:W3CDTF">2026-04-27T08:56:12Z</dcterms:modified>
</cp:coreProperties>
</file>